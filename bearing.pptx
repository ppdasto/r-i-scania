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CF5C1-9D88-4359-9402-AE8E5E0EB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F7229-F9F5-4B66-91BA-7F05882F1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941FC-2025-4D98-9DED-33A3FE50E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093C-9AAB-437B-AC37-65410C3B40A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A9B56-B69D-4A73-8DED-90CC7BF17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5121D-2452-42ED-B23B-5ED7D2C9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3D256-AC92-4D29-AC25-0F8C102E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3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CFFD2-A2B6-41C3-B7FE-E13673FAE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0C25E-7244-4254-942F-20B6E0735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4A024-A571-4B9A-B08F-EA5C6ADB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093C-9AAB-437B-AC37-65410C3B40A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5A08E-3B08-487C-BC0E-3B50DEA98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81462-F3A1-4308-9B5B-CC5C996D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3D256-AC92-4D29-AC25-0F8C102E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39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2A26-4A32-42BD-8E08-C4F0BB45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AD20B-B347-4FC1-A241-6A37E7F04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7F38D-38EE-41A0-961F-559C10B9E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093C-9AAB-437B-AC37-65410C3B40A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F0FE9-A494-4E74-901F-8DB2B6FF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B66BD-754C-4CFF-A782-4E35D07F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3D256-AC92-4D29-AC25-0F8C102E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2A7B-271C-4250-B87E-143F1159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96301-3065-4847-988D-13D755366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7CDAF-565A-4561-836F-B7487101D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23501-8EE9-4F74-8EEE-04CBCB8C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093C-9AAB-437B-AC37-65410C3B40A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81611-E4A2-4744-B4A5-A28449BCF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F2A95-024E-4252-A0C3-EEC172FA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3D256-AC92-4D29-AC25-0F8C102E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58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BE63-8123-4FC9-B803-0FEA25EF4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FF522-FCAE-491D-83E8-6959EFBC3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F2E7E-A0DE-4683-862B-C62526CA2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764620-9FAF-4331-9299-524D3FE2E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053EED-DB01-4CC8-83C1-C2C1D556B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534BB5-FA7C-42CB-9B6A-E679A762A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093C-9AAB-437B-AC37-65410C3B40A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A7577-3FDF-4D03-9FF6-7FD0691A7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4EB93-C79E-4203-B82F-B8003077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3D256-AC92-4D29-AC25-0F8C102E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85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D3C56-A29B-4EF4-A209-34F24E38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3A932-715E-49DE-BC92-5F485F8CD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093C-9AAB-437B-AC37-65410C3B40A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48C059-41DF-4D29-84EF-9613B749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157B30-D30C-4D57-A65B-ADAF0AB3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3D256-AC92-4D29-AC25-0F8C102E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05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FF0EFF-E7D0-42FB-A833-8947DCA7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093C-9AAB-437B-AC37-65410C3B40A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15FAB-5FD4-41A2-B49D-DC530113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941F5-4D3A-4C14-941A-946D7808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3D256-AC92-4D29-AC25-0F8C102E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55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63A51-4B36-44B3-9971-FC05C650E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E372F-162D-407E-9E94-80C7D4DCF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83710-A739-405B-90B7-D04397AD4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9FE27-431C-4D23-8182-3AC21D1E5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093C-9AAB-437B-AC37-65410C3B40A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2C728-47A7-45BC-BFA8-45EC07497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7EA1F-7142-4E13-9828-806BFF61D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3D256-AC92-4D29-AC25-0F8C102E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E601-B0FA-4ACB-A5DB-81334677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33E182-DE58-4519-825E-8C53687B1D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1C3FF-6396-42EF-934F-DAA9F9A13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F3D24-EB63-438B-8917-DE680FF2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093C-9AAB-437B-AC37-65410C3B40A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3B6A6-4677-4B3A-B3CE-A31A04760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7829D-F5ED-41FC-93AB-D69EB7060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3D256-AC92-4D29-AC25-0F8C102E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55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93FE-8E02-48CB-8466-183287ACB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6EAC1-58BB-44F6-8300-E5D396472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2E5E3-3A20-45A0-9D56-1EC5F201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093C-9AAB-437B-AC37-65410C3B40A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1BECD-B893-4DB9-8E36-5B1CF907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764D5-AB15-4740-882F-AF50232A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3D256-AC92-4D29-AC25-0F8C102E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32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1CCC3B-D538-4DFC-8943-1C12FD01D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FE3A6-E846-470D-A452-BA46B66CF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D12EE-6BA6-4983-9DE8-9BA87558D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093C-9AAB-437B-AC37-65410C3B40A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8D8B3-3699-436A-AE3E-7CACE4B4B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4FABA-6573-4FE2-A7B0-29EA067D9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3D256-AC92-4D29-AC25-0F8C102E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20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47D588-67F2-4CF2-AA71-BC212D9D9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AD5EA-8A56-452E-8E6A-FC231C991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75EA1-E586-4D55-9AC7-72ED207DB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4093C-9AAB-437B-AC37-65410C3B40A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D1AAE-225F-4F3A-AD5A-D19C5BD4C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A928E-D29F-46DA-904D-8800A923B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3D256-AC92-4D29-AC25-0F8C102EE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06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2142A0-A001-4D9B-A652-B5C4E5CBF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47" y="956343"/>
            <a:ext cx="10708490" cy="460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49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Hamid</dc:creator>
  <cp:lastModifiedBy>Nur Hamid</cp:lastModifiedBy>
  <cp:revision>1</cp:revision>
  <dcterms:created xsi:type="dcterms:W3CDTF">2026-06-17T01:22:24Z</dcterms:created>
  <dcterms:modified xsi:type="dcterms:W3CDTF">2026-06-17T01:22:24Z</dcterms:modified>
</cp:coreProperties>
</file>