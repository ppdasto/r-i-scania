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B07D-8FBA-47FC-BFA9-8C128E062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4A7D0-ACF4-4101-BB9E-AB926888C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74710-4C59-4C7D-B078-C6403C1F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C09E-A0D4-4F8D-A28C-BF52D7CB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38D8-F29D-425C-96E3-517D8B31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94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44FE-3E47-417E-983D-C2A35E4E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FD76-7B68-4C1B-BB08-219BD4672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76B71-FECA-42A4-8F73-01EB53A88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5D334-30D5-4E7D-BB8C-CA9324BB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DE70-2C35-4D8B-9404-694DB00B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7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496D-B2D0-4B99-A6F0-79097A84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15EF9-120D-4138-BC02-80F153410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3A968-72B4-4853-A5EF-BD3FBB77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CCD18-A8DD-4FAE-A803-18AFA834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79228-0960-40BE-AE53-3F0B6C70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1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D21F-F67C-458E-813A-C3957D9F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468BD-55D9-4F6B-B075-CEC50156D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03E31-014B-4CF6-A3AA-F5A1301C0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28356-15AC-401E-A03F-528A6B2F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D1406-F8A4-4A46-85AA-2B645978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3BC0F-133B-4533-8E18-0656C796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8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43B9-F96D-463D-85BA-DFD7AFE5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3139B-939B-4AD3-AEFA-4581E1306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70FAD-3F86-4A28-9497-A0263AB4F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4ABB8-4AA5-45E9-9949-F158CF2B3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2B7F7-3C5F-49E6-A34C-740A8042D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8A773-A2FA-400B-B313-96974272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81E25-12FC-40DF-BEE6-D496C8C9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A5B9EE-3A67-4BFC-9864-CDB9C5D4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5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AF61-8C47-4DCB-93F1-0B536098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B8889-B55F-4F16-96E6-7BAA08E1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2B3C7-CC12-43A2-B06C-3C65E6C3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94053-2AF5-462B-AFBB-B3013B8D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0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92319-D1AC-4CFD-A525-7D48BF54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45E07-C825-4FC7-AFA5-73BE3E63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DA405-CA95-4E93-8A24-95039B6B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1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6EBE-E9C3-4969-8C7A-60708FAB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3F56-EEE5-44CA-A051-449683E39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50928-BFFA-4958-A4ED-5219058AC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A635C-9625-485E-AA93-9A84BBAB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68BC2-F574-4395-9EA5-24ECCDE3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5E97-1CB1-4BC0-B6F8-B2311055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9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C88A-4334-4D88-B299-07388236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C9028-BC86-4A47-8D71-556021B89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956F5-D579-47F5-BAEC-CB8F8298C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D74C8-DBCD-4202-9E72-EFFF4FB7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01207-D64D-49A1-89CB-07697D3D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F5E7C-B5DF-4C32-850E-71B8350B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0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900D-960F-44E3-B346-40D038BB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FE917-1AEC-4E8A-A932-2B0A36FE1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D4270-415C-4B67-A706-561C6EEF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89750-B614-4C3B-A8D8-860266E4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9C20A-195E-4576-8423-0FF9DE3D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1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F45E7-DCDA-4C04-9F7E-5F3812F1B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355ED-A3E4-4B88-9ED4-4E7DD87F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AB3EB-82CC-4C45-9D4E-6A388A04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0222-AF46-4C9F-BA27-D3EA0823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F9C9-8A61-4A23-9A3F-6984EE4F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6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D8326-15F6-4237-815B-227C0E167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B02DC-0554-4B47-9D9B-DBD6F5ECE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DB990-0B90-414E-B2E7-A3F2BF76E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D9C76-263F-409D-840A-1E43C918D65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D27E7-3ACA-42E2-88DF-9FBC79CD4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2AEC-2B3C-4BF1-AA27-E50DB1B9E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2C35E-24B2-43A5-A93B-B2D902FB8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2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56B715-D99B-4005-AD7B-ED0C320A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20" y="962550"/>
            <a:ext cx="5799833" cy="501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54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Hamid</dc:creator>
  <cp:lastModifiedBy>Nur Hamid</cp:lastModifiedBy>
  <cp:revision>1</cp:revision>
  <dcterms:created xsi:type="dcterms:W3CDTF">2026-06-17T06:56:36Z</dcterms:created>
  <dcterms:modified xsi:type="dcterms:W3CDTF">2026-06-17T06:56:36Z</dcterms:modified>
</cp:coreProperties>
</file>